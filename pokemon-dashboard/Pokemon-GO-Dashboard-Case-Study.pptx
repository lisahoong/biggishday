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4663440"/>
            <a:ext cx="5486400" cy="5486400"/>
          </a:xfrm>
          <a:prstGeom prst="ellipse">
            <a:avLst/>
          </a:prstGeom>
          <a:solidFill>
            <a:srgbClr val="2731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81159" y="5166360"/>
            <a:ext cx="2834640" cy="2834640"/>
          </a:xfrm>
          <a:prstGeom prst="ellipse">
            <a:avLst/>
          </a:prstGeom>
          <a:solidFill>
            <a:srgbClr val="2E3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9FB3E8"/>
                </a:solidFill>
                <a:latin typeface="Calibri"/>
              </a:rPr>
              <a:t>PRODUCT MANAGEMENT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mbria"/>
              </a:rPr>
              <a:t>Pokemon GO Raid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CADCFC"/>
                </a:solidFill>
                <a:latin typeface="Calibri"/>
              </a:rPr>
              <a:t>Product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Your Name  ·  Product 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1E2761"/>
                </a:solidFill>
                <a:latin typeface="Cambria"/>
              </a:rPr>
              <a:t>My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15568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55B6E"/>
                </a:solidFill>
                <a:latin typeface="Calibri"/>
              </a:rPr>
              <a:t>From problem to shipped feature — a 4-step workflow</a:t>
            </a:r>
          </a:p>
        </p:txBody>
      </p:sp>
      <p:sp>
        <p:nvSpPr>
          <p:cNvPr id="4" name="Oval 3"/>
          <p:cNvSpPr/>
          <p:nvPr/>
        </p:nvSpPr>
        <p:spPr>
          <a:xfrm>
            <a:off x="1431036" y="2286000"/>
            <a:ext cx="868680" cy="8686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-obj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76" y="249174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19272"/>
            <a:ext cx="24505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24505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mbria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24505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8A8F9E"/>
                </a:solidFill>
                <a:latin typeface="Calibri"/>
              </a:rPr>
              <a:t>Add your problem statement here — what user pain or business goal kicked this off?</a:t>
            </a:r>
          </a:p>
        </p:txBody>
      </p:sp>
      <p:sp>
        <p:nvSpPr>
          <p:cNvPr id="9" name="Chevron 8"/>
          <p:cNvSpPr/>
          <p:nvPr/>
        </p:nvSpPr>
        <p:spPr>
          <a:xfrm>
            <a:off x="3127248" y="2592324"/>
            <a:ext cx="292608" cy="256032"/>
          </a:xfrm>
          <a:prstGeom prst="chevron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47388" y="2286000"/>
            <a:ext cx="868680" cy="8686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require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491740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56432" y="3319272"/>
            <a:ext cx="24505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3611880"/>
            <a:ext cx="24505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mbria"/>
              </a:rPr>
              <a:t>Requirements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4114800"/>
            <a:ext cx="24505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55B6E"/>
                </a:solidFill>
                <a:latin typeface="Calibri"/>
              </a:rPr>
              <a:t>Defined 5 data cards: current &amp; next 4-star/5-star raid bosses plus boosted shinies — refreshed on demand only, no auto-polling.</a:t>
            </a:r>
          </a:p>
        </p:txBody>
      </p:sp>
      <p:sp>
        <p:nvSpPr>
          <p:cNvPr id="15" name="Chevron 14"/>
          <p:cNvSpPr/>
          <p:nvPr/>
        </p:nvSpPr>
        <p:spPr>
          <a:xfrm>
            <a:off x="5943600" y="2592324"/>
            <a:ext cx="292608" cy="256032"/>
          </a:xfrm>
          <a:prstGeom prst="chevron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63740" y="2286000"/>
            <a:ext cx="868680" cy="8686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u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49174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72784" y="3319272"/>
            <a:ext cx="24505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3611880"/>
            <a:ext cx="24505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mbria"/>
              </a:rPr>
              <a:t>Create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4114800"/>
            <a:ext cx="24505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55B6E"/>
                </a:solidFill>
                <a:latin typeface="Calibri"/>
              </a:rPr>
              <a:t>Built a dashboard matching the wireframe, wired to a live Pokemon GO events feed, and verified it end-to-end in a real browser.</a:t>
            </a:r>
          </a:p>
        </p:txBody>
      </p:sp>
      <p:sp>
        <p:nvSpPr>
          <p:cNvPr id="21" name="Chevron 20"/>
          <p:cNvSpPr/>
          <p:nvPr/>
        </p:nvSpPr>
        <p:spPr>
          <a:xfrm>
            <a:off x="8759952" y="2592324"/>
            <a:ext cx="292608" cy="256032"/>
          </a:xfrm>
          <a:prstGeom prst="chevron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80092" y="2286000"/>
            <a:ext cx="868680" cy="86868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-iter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2491740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089136" y="3319272"/>
            <a:ext cx="24505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STEP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89136" y="3611880"/>
            <a:ext cx="24505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mbria"/>
              </a:rPr>
              <a:t>Iterate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4114800"/>
            <a:ext cx="2450592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55B6E"/>
                </a:solidFill>
                <a:latin typeface="Calibri"/>
              </a:rPr>
              <a:t>User feedback reframed “4-star” as Mega Raids after spotting Mega Gyarados among the shinies — updated the logic and re-verified 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